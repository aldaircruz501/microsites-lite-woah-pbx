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35" autoAdjust="0"/>
    <p:restoredTop sz="94660"/>
  </p:normalViewPr>
  <p:slideViewPr>
    <p:cSldViewPr snapToGrid="0">
      <p:cViewPr>
        <p:scale>
          <a:sx n="50" d="100"/>
          <a:sy n="50" d="100"/>
        </p:scale>
        <p:origin x="472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8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9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5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2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8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4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5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F9640-DDC4-4A70-89AB-583436977B2D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DDAD8-7DF2-419D-BA9D-F7CD96D12B0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05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698" y="0"/>
            <a:ext cx="4830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5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Quienes somos……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838200" y="2004536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err="1" smtClean="0"/>
              <a:t>Maap</a:t>
            </a:r>
            <a:r>
              <a:rPr lang="es-ES" dirty="0" smtClean="0"/>
              <a:t> Textiles nace en 2021 en la ciudad de Aguascalientes con la venta de uniformes y bolsa ecológica, sus ventas van dirigidas principalmente al sector industrial, dando protección en sus prendas de cada colaborador.</a:t>
            </a:r>
          </a:p>
          <a:p>
            <a:endParaRPr lang="es-ES" dirty="0" smtClean="0"/>
          </a:p>
          <a:p>
            <a:r>
              <a:rPr lang="es-ES" dirty="0" smtClean="0"/>
              <a:t>Cuidamos cada detalle en la fabricación para proveer prendas seguras para tus empleados, cómodas, durables y con estilo.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94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89304" y="565369"/>
            <a:ext cx="106049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Misión</a:t>
            </a:r>
          </a:p>
          <a:p>
            <a:r>
              <a:rPr lang="es-ES" dirty="0" smtClean="0"/>
              <a:t>Diseñamos</a:t>
            </a:r>
            <a:r>
              <a:rPr lang="es-ES" dirty="0"/>
              <a:t>, producimos y comercializamos uniformes </a:t>
            </a:r>
            <a:r>
              <a:rPr lang="es-ES" dirty="0" smtClean="0"/>
              <a:t>de excelente </a:t>
            </a:r>
            <a:r>
              <a:rPr lang="es-ES" dirty="0" err="1" smtClean="0"/>
              <a:t>caidad</a:t>
            </a:r>
            <a:r>
              <a:rPr lang="es-ES" dirty="0" smtClean="0"/>
              <a:t> y precios accesibles, asegurando la disponibilidad, servicio y puntualidad en la entrega.</a:t>
            </a:r>
          </a:p>
          <a:p>
            <a:endParaRPr lang="es-ES" dirty="0"/>
          </a:p>
          <a:p>
            <a:r>
              <a:rPr lang="es-ES" b="1" dirty="0" smtClean="0"/>
              <a:t>Visión</a:t>
            </a:r>
          </a:p>
          <a:p>
            <a:endParaRPr lang="es-ES" dirty="0"/>
          </a:p>
          <a:p>
            <a:r>
              <a:rPr lang="es-ES" dirty="0" smtClean="0"/>
              <a:t>Ser la tienda líder en el mercado  en el abastecimiento de  uniformes en general, </a:t>
            </a:r>
            <a:r>
              <a:rPr lang="es-ES" dirty="0" smtClean="0"/>
              <a:t> </a:t>
            </a:r>
            <a:r>
              <a:rPr lang="es-ES" dirty="0"/>
              <a:t>Impulsar tu identidad con uniformes que proyectan la diferencia para generar </a:t>
            </a:r>
            <a:r>
              <a:rPr lang="es-ES" dirty="0" smtClean="0"/>
              <a:t>valor, </a:t>
            </a:r>
            <a:r>
              <a:rPr lang="es-ES" dirty="0"/>
              <a:t>ofreciendo calidad  y satisfacción  total a  nuestros clientes.</a:t>
            </a:r>
          </a:p>
          <a:p>
            <a:endParaRPr lang="es-ES" b="1" dirty="0" smtClean="0"/>
          </a:p>
          <a:p>
            <a:r>
              <a:rPr lang="es-ES" b="1" dirty="0" smtClean="0"/>
              <a:t>Valores</a:t>
            </a:r>
            <a:endParaRPr lang="es-ES" dirty="0"/>
          </a:p>
          <a:p>
            <a:r>
              <a:rPr lang="es-ES" dirty="0"/>
              <a:t>En </a:t>
            </a:r>
            <a:r>
              <a:rPr lang="es-ES" dirty="0" err="1" smtClean="0"/>
              <a:t>Maap</a:t>
            </a:r>
            <a:r>
              <a:rPr lang="es-ES" dirty="0" smtClean="0"/>
              <a:t> Textiles los </a:t>
            </a:r>
            <a:r>
              <a:rPr lang="es-ES" dirty="0"/>
              <a:t>valores son parte fundamental, ya que a través de ellos se toman decisiones, mantiene la unión y la fuerza para seguir adelante con lo que somos, creemos y hacemos.</a:t>
            </a:r>
          </a:p>
          <a:p>
            <a:r>
              <a:rPr lang="es-ES" b="1" dirty="0" smtClean="0"/>
              <a:t>Nuestros Valores 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Compromiso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Honestidad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Respeto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Responsabilidad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Trabajo de equipo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Espíritu de servicio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Lealtad</a:t>
            </a:r>
          </a:p>
          <a:p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921" y="5122822"/>
            <a:ext cx="1258004" cy="173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7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94</Words>
  <Application>Microsoft Office PowerPoint</Application>
  <PresentationFormat>Panorámica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Quienes somos……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admin</cp:lastModifiedBy>
  <cp:revision>3</cp:revision>
  <dcterms:created xsi:type="dcterms:W3CDTF">2024-04-30T04:55:31Z</dcterms:created>
  <dcterms:modified xsi:type="dcterms:W3CDTF">2024-04-30T05:13:31Z</dcterms:modified>
</cp:coreProperties>
</file>